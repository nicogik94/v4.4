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Decision Engine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$300 Billion Market Opportunity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Solving Correctly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&amp; Go-to-Market Strategy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•  RegexSEO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consulting works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data collection &amp;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5% on actual insight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part clients actually pay for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consultant uses 3-7 frameworks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habit, not by best fit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analysis itself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 now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frameworks simultaneously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a structured 6-phase workflow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quality gates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bad analysis before it reaches clients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instead of weeks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consulting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$0.10–$0.25 per project (with caching)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$10K-$100K for traditional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 research on consultant time allocation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by Harvard &amp; BCG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758 BCG consultants tested in a controlled experiment (Harvard Business School, 2023)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produced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56032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560320" cy="1920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tasks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73152" cy="109728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4048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630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Finding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4114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when tasks fell outside AI's capability frontier, consultants using AI performed 19 points WORSE.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our Bayesian convergence gates solve — they flag when AI analysis may be unreliable.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massive markets converging into one opportunity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6459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$335B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 CAGR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 consultants globally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solo operators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4592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65760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24-28% CAGR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$50-90B by 2032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firms adopting AI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64592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$7B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49224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CAGR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$50-200B by 2030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segment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Fortune Business Insights, MarketsandMarkets, Articsledge, WifiTalents, IBISWorld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Doing This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product combines multi-framework analysis + Bayesian convergence + structured phases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09728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 Lilli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retrieval (internal)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Harvey AI ($11B)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doc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~$1,000/user/mo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Hebbia ($700M, Jul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doc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$3K-$10K/yr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($18M)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infrastructure (no domain)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$99-$1K/mo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 (no domain)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$39/seat/mo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Elicit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research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$7-$49/mo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tracking (not analysis)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Free-$89/mo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frameworks + Bayesian 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$49-$199/mo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phases, each with specialized AI agents and quality gates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2801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this?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764792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64792" y="1371600"/>
            <a:ext cx="12801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764792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56232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56232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&amp; test?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99232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9544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9544" y="1371600"/>
            <a:ext cx="12801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3209544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00984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00984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wrong?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43984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54296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4296" y="1371600"/>
            <a:ext cx="128016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654296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45736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45736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88736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9048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99048" y="1371600"/>
            <a:ext cx="12801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90488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0488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strategy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43800" y="1371600"/>
            <a:ext cx="12801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371600"/>
            <a:ext cx="12801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635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3524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lessons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 phase: a mathematical convergence gate checks quality before proceeding.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analysis is weak, the system re-runs — never passes bad work forward.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run 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$0.10 – $0.25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prompt caching + batch API (up to 95% cost reduction)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consulting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 – $100K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weeks, 3-7 frameworks, no quality gates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scenarios at $99/month per user: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463040"/>
                <a:gridCol w="14630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65–75%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~$1K/mo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75–85% 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 decline ~10x annually for equivalent performance — margins improve over time, not erode.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Fastest Path to Revenue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Consulting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engine to deliver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at $150-500/hr.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product.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revenue.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SaaS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trial, CC required.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$49-199/mo subscription.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LinkedIn-first distribution.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solo consultants.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firms.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flywheel.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$10K MRR.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Solo founders reach $1K MRR in ~5 months, $10K MRR in 12-18 months (IndieHackers data)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Risks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— and how we address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28-88% on certain tasks (Stanford)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gates cross-validate outputs across 30 frameworks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barrier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trust McKinsey brand over AI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consultants as users, not replacements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Four replication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$5B+ invested in internal AI tools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year window before internal tools go external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233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fallacy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insights come from creative reframing, not frameworks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augmentation (the 95%), not replacement (the 5%)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4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603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0" y="2542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30 frameworks with Bayesian quality gates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546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0" y="3136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65–80% net margins at $0.10–$0.25 per project after all costs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490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86000" y="3730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 solo consultants worldwide actively seeking AI tools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2-3 years before Big Four externalize their tools.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 matters more than perfection.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Decision Engine — Market Opportunity</dc:title>
  <dc:subject>PptxGenJS Presentation</dc:subject>
  <dc:creator>RegexSEO</dc:creator>
  <cp:lastModifiedBy>RegexSEO</cp:lastModifiedBy>
  <cp:revision>1</cp:revision>
  <dcterms:created xsi:type="dcterms:W3CDTF">2026-04-06T09:34:16Z</dcterms:created>
  <dcterms:modified xsi:type="dcterms:W3CDTF">2026-04-06T09:34:16Z</dcterms:modified>
</cp:coreProperties>
</file>